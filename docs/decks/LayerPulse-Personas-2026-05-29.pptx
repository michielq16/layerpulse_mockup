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26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12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LayerPulse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2286000" cy="4572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Persona-driven intelligence for Microsoft Fabric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jobs. One platform. The decision — and the document to prove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QaaS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Consultancy B.V  |  LayerPulse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 |  Persona &amp; scenario walkthrough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fragments. LayerPulse joins.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keeps usage, cost, quality and governance in separate, half-finished portals. The answer is always one JOIN away — and nobody does the join. Four people feel that gap every day: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828800" cy="21031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2103120"/>
            <a:ext cx="1828800" cy="5486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Manager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my estate healthy — and what do I tell the board?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2103120"/>
            <a:ext cx="1828800" cy="21031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2103120"/>
            <a:ext cx="1828800" cy="5486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51760" y="288036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refresh failed, why — and what's inside this model?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103120"/>
            <a:ext cx="1828800" cy="21031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103120"/>
            <a:ext cx="1828800" cy="5486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exported what — and can I prove it to the auditor?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103120"/>
            <a:ext cx="1828800" cy="21031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2103120"/>
            <a:ext cx="1828800" cy="5486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288036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BI cost — and where's the waste?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“Microsoft gives you the data in ten places. We give you the decision in one.”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 Manager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7680960" cy="9601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73152" cy="96012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“I'm the BI Manager at a global offshore-energy operator. My team runs ~500 Power BI workspaces and 1,700 semantic models across the fleet. The board asks if our BI is healthy — and I can't answer in one number.”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657600" cy="242316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job &amp; information needs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816352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the health of the entire BI estate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status to leadership &amp; the CFO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what's failing, what's used, what it costs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what to fix, retire, or invest 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3840480" cy="242316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86000"/>
            <a:ext cx="73152" cy="2423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can't see today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816352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shows fragments — never one answer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hear about refresh </a:t>
            </a:r>
            <a:r>
              <a:rPr lang="en-US" sz="125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capacity </a:t>
            </a: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 from angry users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idea which of thousands of reports are used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split the capacity bill by business unit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LayerPulse for the BI Manager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2185416" cy="38404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1556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 BI Estate Briefing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962656" y="1115568"/>
            <a:ext cx="549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insights LayerPulse surfaces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0584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estate verdict + 4-item action register (REMEDIATE today)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4,796 reports unopened in the last 30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0584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success — one in three refreshes fails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2920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capacity spend attributed, by workspace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45152"/>
            <a:ext cx="7680960" cy="41148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45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   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read-only connection → an estate briefing in your inbox every month.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Engineer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7680960" cy="9601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73152" cy="96012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“I'm a Data Engineer on the BI platform team. I build the semantic models, write the DAX and Power Query, and I'm on the hook when refreshes go red. Most model knowledge lives in people's heads.”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657600" cy="242316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job &amp; information needs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816352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models · author DAX &amp; Power Query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scheduled refreshes green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inside any model — DAX, sources, lineage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 to unfamiliar models fast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3840480" cy="242316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86000"/>
            <a:ext cx="73152" cy="2423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can't see today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816352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refresh fails — I see THAT, never WHY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logic is undocumented tribal knowledge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to a model = days of spelunking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source of truth per model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LayerPulse for the Data Engineer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4777740" cy="38404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15568"/>
            <a:ext cx="4777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 Reliability Diagnostic + Single-Model Dossier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554980" y="1115568"/>
            <a:ext cx="2903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insights LayerPulse surfaces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refreshes failing — a reliability, not latency, problem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-fail clusters pinpointed by name (e.g. R2R Guyana / Asia)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00584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— DAX, sources, lineage, owners — in one dossier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2920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onboard a model, vs days of manual archaeology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45152"/>
            <a:ext cx="7680960" cy="41148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45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   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 full dossier for any of your 1,700 models, on demand.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Spotlight: the Single-Model Dossier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RetailOperations — the whole model in 8 pages: metadata · DAX · Power Query · refresh · ownership · glossary · CU/cost · quality.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— all with DAX and descriptions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0" name="Text 8"/>
          <p:cNvSpPr/>
          <p:nvPr/>
        </p:nvSpPr>
        <p:spPr>
          <a:xfrm>
            <a:off x="501091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 · 18 relationships — a clean, fully-mapped star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00584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— 56/56 failed, stale 89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1091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02920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named: Power Query reads an unreachable local path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Verdict: </a:t>
            </a:r>
            <a:r>
              <a:rPr lang="en-US" sz="15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well-built, operationally dead</a:t>
            </a:r>
            <a:r>
              <a:rPr lang="en-US" sz="150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and LayerPulse names the exact fix.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Governance &amp; Compliance Lead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7680960" cy="9601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73152" cy="96012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“I'm the Governance &amp; Compliance lead. When the auditor calls, I'm the one who has to produce evidence — fast, and defensible. Today that's a manual fire-drill across portals.”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657600" cy="242316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job &amp; information needs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816352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 access, data export, tenant config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SOC 2 / audit controls on demand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who exported or shared what, and when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the tenant's export &amp; guest posture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3840480" cy="242316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86000"/>
            <a:ext cx="73152" cy="2423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can't see today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816352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is scattered across portals + 30-day logs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Assembling a SOC 2 pack is a manual fire-drill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off-hours / anomalous-access view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prove a control without screenshots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LayerPulse for Governance &amp; Compliance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3817620" cy="38404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15568"/>
            <a:ext cx="3817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 SOC 2 Access &amp; Export Evidence Pack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94860" y="1115568"/>
            <a:ext cx="3863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insights LayerPulse surfaces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8,035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export/share ops logged — who · when · IP · 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· 692 source IPs across the audit window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00584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switches captured, point-in-time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2920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CC6 controls evidenced — gaps flagged, not faked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45152"/>
            <a:ext cx="7680960" cy="41148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45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   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the auditor an evidence pack — generated, not assembled.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FinOps / Capacity Owner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7680960" cy="9601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73152" cy="96012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 own FinOps and capacity. Finance asks me 'what does BI cost, and is it worth it?' — and today I genuinely can't answer at the business-unit level. The bill is one opaque number.”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657600" cy="242316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job &amp; information needs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816352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capacity · attribute cost · cut waste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the capacity bill by business unit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 over-subscription before it bites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spend that delivers no value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3840480" cy="242316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86000"/>
            <a:ext cx="73152" cy="2423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can't see today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816352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capacity bill is one opaque number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portal says 'healthy' while we're over-subscribed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view of which workspaces drive the cost</a:t>
            </a:r>
            <a:endParaRPr lang="en-US" sz="12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tell value-spend from waste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LayerPulse for FinOps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4105656" cy="38404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15568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 Wasted-Spend Analysis + FinOps cockpit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82896" y="1115568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insights LayerPulse surfaces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0584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/mo bill attributed to workspace at 99.7%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9164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capacity utilization — the portal said 'healthy'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$1.25K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0584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/mo orphan-suspect spend surfaced for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3657600" cy="129844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54680"/>
            <a:ext cx="73152" cy="12984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29200" y="3831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fabricated numbers — fixed bill, waste flagged not inflated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45152"/>
            <a:ext cx="7680960" cy="41148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45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   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the CFO and find the waste — without faking a number.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you can trust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34440"/>
            <a:ext cx="73152" cy="731520"/>
          </a:xfrm>
          <a:prstGeom prst="rect">
            <a:avLst/>
          </a:prstGeom>
          <a:solidFill>
            <a:srgbClr val="73B50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075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Reproducible from your own tenant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6184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traces back to a query against your live Fabric data — not a demo, not sample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075688"/>
            <a:ext cx="768096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75688"/>
            <a:ext cx="73152" cy="731520"/>
          </a:xfrm>
          <a:prstGeom prst="rect">
            <a:avLst/>
          </a:prstGeom>
          <a:solidFill>
            <a:srgbClr val="73B50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refuses to invent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data is missing it says so — RLS evaluation not yet captured, dataflow lineage needed — rather than faking a green light.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916936"/>
            <a:ext cx="768096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16936"/>
            <a:ext cx="73152" cy="731520"/>
          </a:xfrm>
          <a:prstGeom prst="rect">
            <a:avLst/>
          </a:prstGeom>
          <a:solidFill>
            <a:srgbClr val="73B50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900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cost, never inflated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3009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is your real fixed capacity bill, attributed by usage — never multiplied by utilization to look bigger.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758184"/>
            <a:ext cx="768096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58184"/>
            <a:ext cx="73152" cy="731520"/>
          </a:xfrm>
          <a:prstGeom prst="rect">
            <a:avLst/>
          </a:prstGeom>
          <a:solidFill>
            <a:srgbClr val="73B50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3133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and in-tenant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1422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Service-principal, read-only. Your data stays in your Azure tenant. Nothing leaves.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honesty is the differentiator — it's what makes the documents presentable to a CFO or an auditor.”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508760" y="1828800"/>
            <a:ext cx="640080" cy="64008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15087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Connect, read-only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640080" cy="64008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personas instrumented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weeks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178040" y="1828800"/>
            <a:ext cx="640080" cy="64008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docs + cockpit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month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 documents above are generated from one read-only connection — and refresh continuously.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gives you the data in ten places.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LayerPulse gives you the decision in one.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0" y="3291840"/>
            <a:ext cx="1828800" cy="3657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FabricLab  |  LayerPulse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document to prove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1190</Words>
  <Application>Microsoft Office PowerPoint</Application>
  <PresentationFormat>On-screen Show (16:9)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LayerPulse — Persona-driven intelligence for Microsoft Fabric</dc:title>
  <dc:subject>PptxGenJS Presentation</dc:subject>
  <dc:creator>FabricLab</dc:creator>
  <cp:lastModifiedBy>Michiel Quakernaat</cp:lastModifiedBy>
  <cp:revision>2</cp:revision>
  <dcterms:created xsi:type="dcterms:W3CDTF">2026-05-29T20:01:16Z</dcterms:created>
  <dcterms:modified xsi:type="dcterms:W3CDTF">2026-05-29T20:14:08Z</dcterms:modified>
</cp:coreProperties>
</file>